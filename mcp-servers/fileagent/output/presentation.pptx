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kashx-background.png"/>
          <p:cNvPicPr>
            <a:picLocks noChangeAspect="1"/>
          </p:cNvPicPr>
          <p:nvPr/>
        </p:nvPicPr>
        <p:blipFill>
          <a:blip r:embed="rId2"/>
          <a:srcRect r="16667" b="1666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2103120" cy="4790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React JS: A Beginner’s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r="16667" b="1666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2103120" cy="4790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515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Introduction to React 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React JS: A Beginner’s Guide</a:t>
            </a:r>
            <a:br/>
            <a:r>
              <a:t>Building interactive user interfaces with reusable components</a:t>
            </a:r>
            <a:br/>
            <a:br/>
            <a:r>
              <a:t>• An open-source JavaScript library maintained by Meta and a community of contributors.</a:t>
            </a:r>
            <a:br/>
            <a:r>
              <a:t>• Used to build user interfaces for websites and web applications.</a:t>
            </a:r>
            <a:br/>
            <a:r>
              <a:t>• Breaks complex screens into small, reusable components.</a:t>
            </a:r>
            <a:br/>
            <a:r>
              <a:t>• Uses a declarative approach: describe the UI for each state, and React updates it.</a:t>
            </a:r>
            <a:br/>
            <a:br/>
            <a:r>
              <a:t>Common examples: dashboards, online stores, and social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r="16667" b="1666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2103120" cy="4790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515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Core Concepts: Components, JSX, and Props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Components: JavaScript functions that return UI markup.</a:t>
            </a:r>
            <a:br/>
            <a:r>
              <a:t>• JSX: HTML-like syntax used inside JavaScript.</a:t>
            </a:r>
            <a:br/>
            <a:r>
              <a:t>• Props: read-only inputs passed from a parent to a child component.</a:t>
            </a:r>
            <a:br/>
            <a:r>
              <a:t>• Composition: combine smaller components to build complete screens.</a:t>
            </a:r>
            <a:br/>
            <a:br/>
            <a:r>
              <a:t>Example:</a:t>
            </a:r>
            <a:br/>
            <a:r>
              <a:t>function Welcome({ name }) {</a:t>
            </a:r>
            <a:br/>
            <a:r>
              <a:t>  return &lt;h1&gt;Hello, {name}!&lt;/h1&gt;;</a:t>
            </a:r>
            <a:br/>
            <a:r>
              <a:t>}</a:t>
            </a:r>
            <a:br/>
            <a:br/>
            <a:r>
              <a:t>export default function App() {</a:t>
            </a:r>
            <a:br/>
            <a:r>
              <a:t>  return &lt;Welcome name="Alex" /&gt;;</a:t>
            </a:r>
            <a:br/>
            <a:r>
              <a:t>}</a:t>
            </a:r>
            <a:br/>
            <a:br/>
            <a:r>
              <a:t>Result: Hello, Alex!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r="16667" b="1666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2103120" cy="4790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515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Adding Interactivity with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State stores information a component remembers between renders.</a:t>
            </a:r>
            <a:br/>
            <a:r>
              <a:t>• The useState Hook provides a value and a function to update it.</a:t>
            </a:r>
            <a:br/>
            <a:r>
              <a:t>• Event handlers respond to user actions such as clicks.</a:t>
            </a:r>
            <a:br/>
            <a:br/>
            <a:r>
              <a:t>import { useState } from 'react';</a:t>
            </a:r>
            <a:br/>
            <a:br/>
            <a:r>
              <a:t>export default function Counter() {</a:t>
            </a:r>
            <a:br/>
            <a:r>
              <a:t>  const [count, setCount] = useState(0);</a:t>
            </a:r>
            <a:br/>
            <a:r>
              <a:t>  return (</a:t>
            </a:r>
            <a:br/>
            <a:r>
              <a:t>    &lt;button onClick={() =&gt; setCount(c =&gt; c + 1)}&gt;</a:t>
            </a:r>
            <a:br/>
            <a:r>
              <a:t>      Clicked {count} times</a:t>
            </a:r>
            <a:br/>
            <a:r>
              <a:t>    &lt;/button&gt;</a:t>
            </a:r>
            <a:br/>
            <a:r>
              <a:t>  );</a:t>
            </a:r>
            <a:br/>
            <a:r>
              <a:t>}</a:t>
            </a:r>
            <a:br/>
            <a:br/>
            <a:r>
              <a:t>Click → update state → React renders the updated UI.</a:t>
            </a:r>
            <a:br/>
            <a:r>
              <a:t>Call Hooks at the top level of components or custom Hooks.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r="16667" b="1666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2103120" cy="4790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515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Building Real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Lists: render arrays with map() and stable, unique keys.</a:t>
            </a:r>
            <a:br/>
            <a:r>
              <a:t>• Forms: connect input values and change handlers to state.</a:t>
            </a:r>
            <a:br/>
            <a:r>
              <a:t>• Shared data: lift state to the closest common parent.</a:t>
            </a:r>
            <a:br/>
            <a:r>
              <a:t>• Effects: use useEffect to synchronize with external systems; clean up subscriptions.</a:t>
            </a:r>
            <a:br/>
            <a:r>
              <a:t>• Navigation: use a routing solution such as React Router.</a:t>
            </a:r>
            <a:br/>
            <a:r>
              <a:t>• API integration: show loading, success, and error states.</a:t>
            </a:r>
            <a:br/>
            <a:br/>
            <a:r>
              <a:t>Good practices: keep components focused, avoid mutating state, and use accessible HTML.</a:t>
            </a:r>
            <a:br/>
            <a:r>
              <a:t>React handles the UI; routing and other app features come from the wider ecosystem.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r="16667" b="1666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2103120" cy="4790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515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Get Started with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Prerequisites: HTML, CSS, JavaScript, and a supported Node.js version.</a:t>
            </a:r>
            <a:br/>
            <a:br/>
            <a:r>
              <a:t>Create a simple learning project with Vite:</a:t>
            </a:r>
            <a:br/>
            <a:r>
              <a:t>npm create vite@latest my-react-app -- --template react</a:t>
            </a:r>
            <a:br/>
            <a:r>
              <a:t>cd my-react-app</a:t>
            </a:r>
            <a:br/>
            <a:r>
              <a:t>npm install</a:t>
            </a:r>
            <a:br/>
            <a:r>
              <a:t>npm run dev</a:t>
            </a:r>
            <a:br/>
            <a:br/>
            <a:r>
              <a:t>• Open the local URL printed in your terminal.</a:t>
            </a:r>
            <a:br/>
            <a:r>
              <a:t>• Edit src/App.jsx to create your first component.</a:t>
            </a:r>
            <a:br/>
            <a:r>
              <a:t>• Practice project: build a to-do list with add, complete, and delete actions.</a:t>
            </a:r>
            <a:br/>
            <a:r>
              <a:t>• For production apps, evaluate a React framework based on your requirements.</a:t>
            </a:r>
            <a:br/>
            <a:br/>
            <a:r>
              <a:t>Learn more: https://react.dev/learn</a:t>
            </a:r>
            <a:br/>
            <a:r>
              <a:t>Key takeaway: Build with components, pass data through props, and manage interactivity with state.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